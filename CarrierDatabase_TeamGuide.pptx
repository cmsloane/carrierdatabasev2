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640080"/>
            <a:ext cx="886968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280160"/>
            <a:ext cx="886968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920240"/>
            <a:ext cx="886968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560320"/>
            <a:ext cx="886968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3200400"/>
            <a:ext cx="886968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3840480"/>
            <a:ext cx="886968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480560"/>
            <a:ext cx="886968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5120640"/>
            <a:ext cx="886968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74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LOGISTICS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777240"/>
            <a:ext cx="8412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Carrier Database</a:t>
            </a:r>
            <a:endParaRPr lang="en-US" sz="6400" dirty="0"/>
          </a:p>
        </p:txBody>
      </p:sp>
      <p:sp>
        <p:nvSpPr>
          <p:cNvPr id="13" name="Text 11"/>
          <p:cNvSpPr/>
          <p:nvPr/>
        </p:nvSpPr>
        <p:spPr>
          <a:xfrm>
            <a:off x="411480" y="22860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intelligent carrier management platform — carrier profiles, lane history, live loads, and smart matching, all in one place.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" y="3383280"/>
            <a:ext cx="1965960" cy="118872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4564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11480" y="405993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3383280"/>
            <a:ext cx="1965960" cy="118872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14600" y="34564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406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2514600" y="405993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383280"/>
            <a:ext cx="1965960" cy="118872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4564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617720" y="405993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3383280"/>
            <a:ext cx="1965960" cy="118872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3456432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720840" y="405993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77316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carrierdatabasev2.netlify.app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Carrier Database?</a:t>
            </a:r>
            <a:endParaRPr lang="en-US" sz="3000" dirty="0"/>
          </a:p>
        </p:txBody>
      </p:sp>
      <p:pic>
        <p:nvPicPr>
          <p:cNvPr id="5" name="Image 0" descr="C:\Users\admin\OneDrive\Desktop\Claude\ChatGPT\screenshots\s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5303520" cy="356616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897880" y="1115568"/>
            <a:ext cx="2880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17957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Central Carrier Hub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4264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96 carriers in one searchable, filterable list — MC#, DOT, equipment, lanes, and performance.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97880" y="2011680"/>
            <a:ext cx="2880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07568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Live &amp; Always Synced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3225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and loads update in real time. Any team member sees the same data instantly.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97880" y="2907792"/>
            <a:ext cx="2880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97180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Powerful Search &amp; Filters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321868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MC#, city, lane, or dispatcher. Filter by equipment, status, and region.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97880" y="3803904"/>
            <a:ext cx="2880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8679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Performance Scoring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35040" y="41148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carrier has a 0–100 reliability score based on on-time pickup, delivery, and claims history.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488289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carrierdatabasev2.netlify.app  ·  Sign in with your @circledelivers.com Google account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PROFILES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Any Carrier — See Everything</a:t>
            </a:r>
            <a:endParaRPr lang="en-US" sz="3000" dirty="0"/>
          </a:p>
        </p:txBody>
      </p:sp>
      <p:pic>
        <p:nvPicPr>
          <p:cNvPr id="5" name="Image 0" descr="C:\Users\admin\OneDrive\Desktop\Claude\ChatGPT\screenshots\s02_carrier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5303520" cy="356616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870448" y="1115568"/>
            <a:ext cx="1389888" cy="109728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870448" y="1115568"/>
            <a:ext cx="1389888" cy="54864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61888" y="12070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61888" y="146304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Preferred, Active, Conditional, or Do Not Use — color-coded at a glance.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870448" y="2304288"/>
            <a:ext cx="1389888" cy="109728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70448" y="2304288"/>
            <a:ext cx="1389888" cy="54864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61888" y="23957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Score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961888" y="265176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score with visual bar. Green = trusted, amber = watch list.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70448" y="3493008"/>
            <a:ext cx="1389888" cy="109728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70448" y="3493008"/>
            <a:ext cx="1389888" cy="54864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35844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Contacts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61888" y="384048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direct extensions, email, and after-hours numbers.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351776" y="1115568"/>
            <a:ext cx="1389888" cy="109728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51776" y="1115568"/>
            <a:ext cx="1389888" cy="54864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43216" y="12070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&amp; Compliance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443216" y="146304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type, hazmat cert, FMCSA safety rating, and insurance.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351776" y="2304288"/>
            <a:ext cx="1389888" cy="109728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351776" y="2304288"/>
            <a:ext cx="1389888" cy="54864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43216" y="23957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Intelligence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443216" y="265176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base, preferred lanes, region, and historical rate anchor.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351776" y="3493008"/>
            <a:ext cx="1389888" cy="109728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351776" y="3493008"/>
            <a:ext cx="1389888" cy="54864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43216" y="358444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Stats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7443216" y="384048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run, on-time pickup %, on-time delivery %, and claims.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1A2940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· FMCSA · Edit buttons are available in every carrier profile header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PROFILES  ·  INTELLIGENCE LAYER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Notes, Call Prep &amp; Load History</a:t>
            </a:r>
            <a:endParaRPr lang="en-US" sz="3000" dirty="0"/>
          </a:p>
        </p:txBody>
      </p:sp>
      <p:pic>
        <p:nvPicPr>
          <p:cNvPr id="5" name="Image 0" descr="C:\Users\admin\OneDrive\Desktop\Claude\ChatGPT\screenshots\s03_carrier_no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5303520" cy="356616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5897880" y="1115568"/>
            <a:ext cx="2880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17957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Editable Notes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142646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note field and type — saves automatically on blur. No button to press.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97880" y="2011680"/>
            <a:ext cx="2880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075688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Call Prep Talking Points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35040" y="23225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real data: last active date, rate anchor, score tier, and relationship cues.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97880" y="2907792"/>
            <a:ext cx="2880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2971800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Load History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035040" y="321868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load this carrier has run with Circle — route, date, and outcome status.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97880" y="3803904"/>
            <a:ext cx="2880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035040" y="386791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Data Source Audit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35040" y="41148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where data came from: Gmail rate confirmations, Book Now emails, or manual entry.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65760" y="4882896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profile changes sync instantly across every logged-in team member.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MATCHING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Load Matching — Inside Every Carrier Profile</a:t>
            </a:r>
            <a:endParaRPr lang="en-US" sz="2700" dirty="0"/>
          </a:p>
        </p:txBody>
      </p:sp>
      <p:pic>
        <p:nvPicPr>
          <p:cNvPr id="5" name="Image 0" descr="C:\Users\admin\OneDrive\Desktop\Claude\ChatGPT\screenshots\s04_matched_loa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5303520" cy="356616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870448" y="114300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Matching Works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70448" y="1508760"/>
            <a:ext cx="2907792" cy="73152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61888" y="1728216"/>
            <a:ext cx="256032" cy="256032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61888" y="1728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09360" y="1600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Alignment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09360" y="18470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carrier's origin/destination states against every open load.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870448" y="2331720"/>
            <a:ext cx="2907792" cy="73152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61888" y="2551176"/>
            <a:ext cx="256032" cy="256032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61888" y="25511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309360" y="24231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Match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09360" y="26700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shows loads the carrier can actually run (Van, Reefer, Flatbed, etc.).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870448" y="3154680"/>
            <a:ext cx="2907792" cy="73152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61888" y="3374136"/>
            <a:ext cx="256032" cy="256032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61888" y="3374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09360" y="32461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Ranking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09360" y="34930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sorted by reliability score — most trusted carriers surface first.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70448" y="3977640"/>
            <a:ext cx="2907792" cy="73152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61888" y="4197096"/>
            <a:ext cx="256032" cy="256032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61888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309360" y="40690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vs. Possible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309360" y="43159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Match = same state pair hauled before. Possible = adjacent lanes.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0" y="4873752"/>
            <a:ext cx="9144000" cy="265176"/>
          </a:xfrm>
          <a:prstGeom prst="rect">
            <a:avLst/>
          </a:prstGeom>
          <a:solidFill>
            <a:srgbClr val="1A2940"/>
          </a:solidFill>
          <a:ln w="12700">
            <a:solidFill>
              <a:srgbClr val="1A294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loads link into carrier load history when their status is updated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Freight Board — 406 Active Loads</a:t>
            </a:r>
            <a:endParaRPr lang="en-US" sz="3000" dirty="0"/>
          </a:p>
        </p:txBody>
      </p:sp>
      <p:pic>
        <p:nvPicPr>
          <p:cNvPr id="5" name="Image 0" descr="C:\Users\admin\OneDrive\Desktop\Claude\ChatGPT\screenshots\s05_loads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8412480" cy="3246120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365760" y="4498848"/>
            <a:ext cx="1425550" cy="219456"/>
          </a:xfrm>
          <a:prstGeom prst="rect">
            <a:avLst/>
          </a:prstGeom>
          <a:solidFill>
            <a:srgbClr val="EEF3F8"/>
          </a:solidFill>
          <a:ln w="12700">
            <a:solidFill>
              <a:srgbClr val="D0DD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38912" y="4498848"/>
            <a:ext cx="12792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+ miles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882750" y="4498848"/>
            <a:ext cx="2423160" cy="219456"/>
          </a:xfrm>
          <a:prstGeom prst="rect">
            <a:avLst/>
          </a:prstGeom>
          <a:solidFill>
            <a:srgbClr val="EEF3F8"/>
          </a:solidFill>
          <a:ln w="12700">
            <a:solidFill>
              <a:srgbClr val="D0DD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55902" y="4498848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&amp; delivery windows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397350" y="4498848"/>
            <a:ext cx="1510589" cy="219456"/>
          </a:xfrm>
          <a:prstGeom prst="rect">
            <a:avLst/>
          </a:prstGeom>
          <a:solidFill>
            <a:srgbClr val="EEF3F8"/>
          </a:solidFill>
          <a:ln w="12700">
            <a:solidFill>
              <a:srgbClr val="D0DDE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70502" y="4498848"/>
            <a:ext cx="13642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type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99378" y="4498848"/>
            <a:ext cx="1340510" cy="219456"/>
          </a:xfrm>
          <a:prstGeom prst="rect">
            <a:avLst/>
          </a:prstGeom>
          <a:solidFill>
            <a:srgbClr val="EEF3F8"/>
          </a:solidFill>
          <a:ln w="12700">
            <a:solidFill>
              <a:srgbClr val="D0DDE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72530" y="4498848"/>
            <a:ext cx="119420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(lbs)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5760" y="4764024"/>
            <a:ext cx="1850746" cy="219456"/>
          </a:xfrm>
          <a:prstGeom prst="rect">
            <a:avLst/>
          </a:prstGeom>
          <a:solidFill>
            <a:srgbClr val="FFF3EC"/>
          </a:solidFill>
          <a:ln w="12700">
            <a:solidFill>
              <a:srgbClr val="FDDC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8912" y="4764024"/>
            <a:ext cx="170444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LBR rate + Max Buy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307946" y="4764024"/>
            <a:ext cx="1255471" cy="219456"/>
          </a:xfrm>
          <a:prstGeom prst="rect">
            <a:avLst/>
          </a:prstGeom>
          <a:solidFill>
            <a:srgbClr val="EEF3F8"/>
          </a:solidFill>
          <a:ln w="12700">
            <a:solidFill>
              <a:srgbClr val="D0DDE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81098" y="4764024"/>
            <a:ext cx="11091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Hazmat flag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654857" y="4764024"/>
            <a:ext cx="2423160" cy="219456"/>
          </a:xfrm>
          <a:prstGeom prst="rect">
            <a:avLst/>
          </a:prstGeom>
          <a:solidFill>
            <a:srgbClr val="EEF3F8"/>
          </a:solidFill>
          <a:ln w="12700">
            <a:solidFill>
              <a:srgbClr val="D0DDE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28009" y="4764024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date / equipment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169457" y="4764024"/>
            <a:ext cx="1935785" cy="219456"/>
          </a:xfrm>
          <a:prstGeom prst="rect">
            <a:avLst/>
          </a:prstGeom>
          <a:solidFill>
            <a:srgbClr val="E8F8FC"/>
          </a:solidFill>
          <a:ln w="12700">
            <a:solidFill>
              <a:srgbClr val="B2E8F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42609" y="4764024"/>
            <a:ext cx="17894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.htm or .pdf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DETAIL PANEL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Any Load — Carrier Matches Appear Instantly</a:t>
            </a:r>
            <a:endParaRPr lang="en-US" sz="2600" dirty="0"/>
          </a:p>
        </p:txBody>
      </p:sp>
      <p:pic>
        <p:nvPicPr>
          <p:cNvPr id="5" name="Image 0" descr="C:\Users\admin\OneDrive\Desktop\Claude\ChatGPT\screenshots\s06_load_detail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5568"/>
            <a:ext cx="4480560" cy="2523744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  <p:pic>
        <p:nvPicPr>
          <p:cNvPr id="6" name="Image 1" descr="C:\Users\admin\OneDrive\Desktop\Claude\ChatGPT\screenshots\s07_load_carrier_match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15568"/>
            <a:ext cx="3749040" cy="2523744"/>
          </a:xfrm>
          <a:prstGeom prst="rect">
            <a:avLst/>
          </a:prstGeom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365760" y="3703320"/>
            <a:ext cx="4480560" cy="54864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7947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Details Panel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65760" y="402336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· pickup/delivery windows · customer · commodity · weight · miles · LBR rate · max buy · spread · $/mi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029200" y="3703320"/>
            <a:ext cx="3749040" cy="54864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0" y="37947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Carrier Matches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029200" y="40233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carriers pre-ranked by lane fit and reliability score. Click Highway to open their safety profile instantly.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65760" y="4608576"/>
            <a:ext cx="1993392" cy="36576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" y="4608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LBR vs Max Buy — see spread instantly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468880" y="4608576"/>
            <a:ext cx="1993392" cy="36576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2560320" y="4608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$/mile — rate efficiency at a glance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572000" y="4608576"/>
            <a:ext cx="1993392" cy="36576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663440" y="4608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Carriers — pre-ranked for this lane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6675120" y="4608576"/>
            <a:ext cx="1993392" cy="365760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766560" y="46085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 Button — 1-click compliance check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SYNC  ·  TEAM LOGIN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Automatic Carrier Data from Your Inbox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4114800" cy="6400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Carrier Sync 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755648"/>
            <a:ext cx="237744" cy="237744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755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77824" y="1645920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"Book Now Dispatch" Emails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1883664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TMS emails for every new carrier booking — route, dispatcher, phone, lane, pickup/delivery.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" y="2578608"/>
            <a:ext cx="237744" cy="237744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5786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7824" y="2468880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Confirmation Threads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" y="2706624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MC numbers and carrier contact details from rate confirmation emails.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" y="3401568"/>
            <a:ext cx="237744" cy="237744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401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77824" y="3291840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Auto-Creates Carrier Profiles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3529584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carriers appear automatically. Existing carriers are updated with fresh lane data.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237744" cy="237744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2245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7824" y="4114800"/>
            <a:ext cx="3419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"Carrier Sync" Anytime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" y="4352544"/>
            <a:ext cx="3419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blue "Carrier Sync" button to manually trigger a fresh scan of all connected inboxes.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115568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4E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115568"/>
            <a:ext cx="4114800" cy="6400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Login — Google SSO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17007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193792" y="164592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Google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188366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"Sign In" in the top bar. Use your @circledelivers.com or @circlelogistics.com account.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73168" y="252374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📧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193792" y="24688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Gmail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93792" y="270662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signed in, your Gmail is connected. The next Carrier Sync scans your inbox too.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73168" y="334670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193792" y="329184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Who's Connected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93792" y="352958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your avatar → "Gmail Users" to see all connected team members and their last sync time.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41696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193792" y="411480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Notifications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93792" y="4352544"/>
            <a:ext cx="3401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Conrad gets an email when anyone signs in or a sync runs — with a full results summary.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the Carrier Database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792224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60520" cy="6400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88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Carrier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" y="15910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Carriers tab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1911096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11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190195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MC#, city, or lane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221992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21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221284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equipment, status, or region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2532888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" y="252374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row to open the full profile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1097280"/>
            <a:ext cx="4160520" cy="1792224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097280"/>
            <a:ext cx="4160520" cy="6400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1887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 Load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1600200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600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212080" y="159105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Loads tab (406 available)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1911096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911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0" y="190195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equipment, date, or hazmat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2221992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221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12080" y="221284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load row to open details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37760" y="2532888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212080" y="252374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— carrier matches appear below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017520"/>
            <a:ext cx="4160520" cy="1792224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017520"/>
            <a:ext cx="4160520" cy="6400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Carrier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3520440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520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" y="351129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"+ Add Carrier" in the top bar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3831336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3831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77240" y="382219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MC#, contact, equipment, lanes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02920" y="4142232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7240" y="413308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visible to all team members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4453128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453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77240" y="444398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Carrier Sync to fill data from Gmail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00600" y="3017520"/>
            <a:ext cx="4160520" cy="1792224"/>
          </a:xfrm>
          <a:prstGeom prst="rect">
            <a:avLst/>
          </a:prstGeom>
          <a:solidFill>
            <a:srgbClr val="1A2940"/>
          </a:solidFill>
          <a:ln w="12700">
            <a:solidFill>
              <a:srgbClr val="253A55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00600" y="3017520"/>
            <a:ext cx="4160520" cy="6400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Carrier Safety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937760" y="3520440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520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212080" y="3511296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carrier profile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937760" y="3831336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831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212080" y="382219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"Highway" — vetting dashboard opens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937760" y="4142232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212080" y="413308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"FMCSA" — check DOT safety record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937760" y="4453128"/>
            <a:ext cx="201168" cy="201168"/>
          </a:xfrm>
          <a:prstGeom prst="ellipse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37760" y="4453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212080" y="444398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status: Active, Preferred, or DNU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92024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84048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480560"/>
            <a:ext cx="9144000" cy="0"/>
          </a:xfrm>
          <a:prstGeom prst="line">
            <a:avLst/>
          </a:prstGeom>
          <a:noFill/>
          <a:ln w="6350">
            <a:solidFill>
              <a:srgbClr val="1E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LOGISTICS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9601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carrier.</a:t>
            </a:r>
            <a:endParaRPr lang="en-US" sz="5400" dirty="0"/>
          </a:p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current.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now 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69417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carrierdatabasev2.netlify.app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@circledelivers.com or @circlelogistics.com Google account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48840" y="4535424"/>
            <a:ext cx="1481328" cy="310896"/>
          </a:xfrm>
          <a:prstGeom prst="rect">
            <a:avLst/>
          </a:prstGeom>
          <a:solidFill>
            <a:srgbClr val="132030"/>
          </a:solidFill>
          <a:ln w="12700">
            <a:solidFill>
              <a:srgbClr val="25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453542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Carriers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31336" y="4535424"/>
            <a:ext cx="1481328" cy="310896"/>
          </a:xfrm>
          <a:prstGeom prst="rect">
            <a:avLst/>
          </a:prstGeom>
          <a:solidFill>
            <a:srgbClr val="132030"/>
          </a:solidFill>
          <a:ln w="12700">
            <a:solidFill>
              <a:srgbClr val="25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31336" y="453542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406 Live Loads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13832" y="4535424"/>
            <a:ext cx="1481328" cy="310896"/>
          </a:xfrm>
          <a:prstGeom prst="rect">
            <a:avLst/>
          </a:prstGeom>
          <a:solidFill>
            <a:srgbClr val="132030"/>
          </a:solidFill>
          <a:ln w="12700">
            <a:solidFill>
              <a:srgbClr val="253A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4535424"/>
            <a:ext cx="1481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6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Auto-Sync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Circle Logistics · Carrier Database Team Guide</dc:title>
  <dc:subject>PptxGenJS Presentation</dc:subject>
  <dc:creator>Circle Logistics</dc:creator>
  <cp:lastModifiedBy>Circle Logistics</cp:lastModifiedBy>
  <cp:revision>1</cp:revision>
  <dcterms:created xsi:type="dcterms:W3CDTF">2026-03-19T20:39:24Z</dcterms:created>
  <dcterms:modified xsi:type="dcterms:W3CDTF">2026-03-19T20:39:24Z</dcterms:modified>
</cp:coreProperties>
</file>